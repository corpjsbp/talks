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326" r:id="rId3"/>
    <p:sldId id="332" r:id="rId4"/>
    <p:sldId id="340" r:id="rId5"/>
    <p:sldId id="336" r:id="rId6"/>
    <p:sldId id="316" r:id="rId7"/>
    <p:sldId id="33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66" autoAdjust="0"/>
    <p:restoredTop sz="79587" autoAdjust="0"/>
  </p:normalViewPr>
  <p:slideViewPr>
    <p:cSldViewPr snapToGrid="0">
      <p:cViewPr varScale="1">
        <p:scale>
          <a:sx n="46" d="100"/>
          <a:sy n="46" d="100"/>
        </p:scale>
        <p:origin x="730" y="4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Bevétel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-1232104320"/>
        <c:axId val="-1232102688"/>
      </c:barChart>
      <c:catAx>
        <c:axId val="-1232104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-1232102688"/>
        <c:crosses val="autoZero"/>
        <c:auto val="1"/>
        <c:lblAlgn val="ctr"/>
        <c:lblOffset val="100"/>
        <c:noMultiLvlLbl val="0"/>
      </c:catAx>
      <c:valAx>
        <c:axId val="-1232102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-1232104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ECB8C-D271-40E5-8FE9-D65CB3EFC580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60C15-9CB3-4F1C-AA16-15FD7DE50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3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>
            <a:lvl1pPr>
              <a:defRPr>
                <a:solidFill>
                  <a:srgbClr val="00AFF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07369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85800"/>
            <a:ext cx="8534400" cy="792162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0AFF0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7EB8-3EA8-4109-94E3-5549C737B0CA}" type="datetimeFigureOut">
              <a:rPr lang="en-GB" smtClean="0"/>
              <a:t>20/10/2016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A2B01-E3D1-47B8-A945-A35568F1FD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15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AFF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5835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7EB8-3EA8-4109-94E3-5549C737B0CA}" type="datetimeFigureOut">
              <a:rPr lang="en-GB" smtClean="0"/>
              <a:t>20/10/2016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A2B01-E3D1-47B8-A945-A35568F1FD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510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7EB8-3EA8-4109-94E3-5549C737B0CA}" type="datetimeFigureOut">
              <a:rPr lang="en-GB" smtClean="0"/>
              <a:t>20/10/2016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A2B01-E3D1-47B8-A945-A35568F1FD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18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7EB8-3EA8-4109-94E3-5549C737B0CA}" type="datetimeFigureOut">
              <a:rPr lang="en-GB" smtClean="0"/>
              <a:t>20/10/2016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A2B01-E3D1-47B8-A945-A35568F1FD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319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7EB8-3EA8-4109-94E3-5549C737B0CA}" type="datetimeFigureOut">
              <a:rPr lang="en-GB" smtClean="0"/>
              <a:t>20/10/2016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A2B01-E3D1-47B8-A945-A35568F1FD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72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7EB8-3EA8-4109-94E3-5549C737B0CA}" type="datetimeFigureOut">
              <a:rPr lang="en-GB" smtClean="0"/>
              <a:t>20/10/2016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A2B01-E3D1-47B8-A945-A35568F1FD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51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7EB8-3EA8-4109-94E3-5549C737B0CA}" type="datetimeFigureOut">
              <a:rPr lang="en-GB" smtClean="0"/>
              <a:t>20/10/2016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A2B01-E3D1-47B8-A945-A35568F1FD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0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7EB8-3EA8-4109-94E3-5549C737B0CA}" type="datetimeFigureOut">
              <a:rPr lang="en-GB" smtClean="0"/>
              <a:t>20/10/2016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A2B01-E3D1-47B8-A945-A35568F1FD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18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7EB8-3EA8-4109-94E3-5549C737B0CA}" type="datetimeFigureOut">
              <a:rPr lang="en-GB" smtClean="0"/>
              <a:t>20/10/2016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A2B01-E3D1-47B8-A945-A35568F1FD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861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2000" y="609600"/>
            <a:ext cx="85344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B7EB8-3EA8-4109-94E3-5549C737B0CA}" type="datetimeFigureOut">
              <a:rPr lang="en-GB" smtClean="0"/>
              <a:t>20/10/2016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A2B01-E3D1-47B8-A945-A35568F1FD3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-38100"/>
            <a:ext cx="12192000" cy="76200"/>
          </a:xfrm>
          <a:prstGeom prst="rect">
            <a:avLst/>
          </a:prstGeom>
          <a:solidFill>
            <a:srgbClr val="00AFF0"/>
          </a:solidFill>
          <a:ln>
            <a:solidFill>
              <a:srgbClr val="00AF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80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891" y="6789895"/>
            <a:ext cx="12192000" cy="66953"/>
          </a:xfrm>
          <a:prstGeom prst="rect">
            <a:avLst/>
          </a:prstGeom>
          <a:solidFill>
            <a:srgbClr val="00AFF0"/>
          </a:solidFill>
          <a:ln>
            <a:solidFill>
              <a:srgbClr val="00AF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800">
              <a:solidFill>
                <a:prstClr val="white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1" y="131608"/>
            <a:ext cx="20002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7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rgbClr val="00AFF0"/>
          </a:solidFill>
          <a:latin typeface="Segoe UI" pitchFamily="34" charset="0"/>
          <a:ea typeface="Segoe UI" pitchFamily="34" charset="0"/>
          <a:cs typeface="Segoe UI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Tx/>
        <a:buBlip>
          <a:blip r:embed="rId14"/>
        </a:buBlip>
        <a:defRPr sz="2800" kern="12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14"/>
        </a:buBlip>
        <a:defRPr sz="2400" kern="12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Tx/>
        <a:buBlip>
          <a:blip r:embed="rId14"/>
        </a:buBlip>
        <a:defRPr sz="2000" kern="12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Tx/>
        <a:buBlip>
          <a:blip r:embed="rId14"/>
        </a:buBlip>
        <a:defRPr sz="2000" kern="12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91" y="3364577"/>
            <a:ext cx="12192000" cy="2346960"/>
          </a:xfrm>
        </p:spPr>
        <p:txBody>
          <a:bodyPr>
            <a:normAutofit/>
          </a:bodyPr>
          <a:lstStyle/>
          <a:p>
            <a:r>
              <a:rPr lang="en-US" dirty="0"/>
              <a:t>Docker Swarm </a:t>
            </a:r>
            <a:r>
              <a:rPr lang="en-US" dirty="0" err="1"/>
              <a:t>és</a:t>
            </a:r>
            <a:r>
              <a:rPr lang="en-US" dirty="0"/>
              <a:t> Continuous Delivery</a:t>
            </a:r>
            <a:endParaRPr lang="hu-HU" dirty="0"/>
          </a:p>
          <a:p>
            <a:pPr>
              <a:lnSpc>
                <a:spcPct val="160000"/>
              </a:lnSpc>
            </a:pPr>
            <a:r>
              <a:rPr lang="hu-HU" sz="2200" i="1" dirty="0"/>
              <a:t>Nochta Péter (peter.nochta@jaystack.com)</a:t>
            </a:r>
          </a:p>
        </p:txBody>
      </p:sp>
      <p:sp>
        <p:nvSpPr>
          <p:cNvPr id="2" name="Rectangle 1"/>
          <p:cNvSpPr/>
          <p:nvPr/>
        </p:nvSpPr>
        <p:spPr>
          <a:xfrm>
            <a:off x="31173" y="72734"/>
            <a:ext cx="3096491" cy="706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173" y="2303230"/>
            <a:ext cx="3768436" cy="74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60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12192000" cy="792162"/>
          </a:xfrm>
        </p:spPr>
        <p:txBody>
          <a:bodyPr/>
          <a:lstStyle/>
          <a:p>
            <a:r>
              <a:rPr lang="hu-HU" dirty="0"/>
              <a:t>Tartalomjegyzék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7670" y="2134608"/>
            <a:ext cx="7469393" cy="4525963"/>
          </a:xfrm>
        </p:spPr>
        <p:txBody>
          <a:bodyPr>
            <a:normAutofit/>
          </a:bodyPr>
          <a:lstStyle/>
          <a:p>
            <a:r>
              <a:rPr lang="hu-HU" sz="2800" dirty="0"/>
              <a:t>1. </a:t>
            </a:r>
            <a:r>
              <a:rPr lang="hu-HU" sz="2800" dirty="0" err="1"/>
              <a:t>Flowershop</a:t>
            </a:r>
            <a:r>
              <a:rPr lang="hu-HU" sz="2800" dirty="0"/>
              <a:t> alkalmazás bemutatása</a:t>
            </a:r>
          </a:p>
          <a:p>
            <a:r>
              <a:rPr lang="hu-HU" sz="2800" dirty="0"/>
              <a:t>2. Docker SWARM dióhéjban</a:t>
            </a:r>
          </a:p>
          <a:p>
            <a:r>
              <a:rPr lang="hu-HU" sz="2800" dirty="0"/>
              <a:t>3. </a:t>
            </a:r>
            <a:r>
              <a:rPr lang="hu-HU" sz="2800" dirty="0" err="1"/>
              <a:t>Jenkins</a:t>
            </a:r>
            <a:r>
              <a:rPr lang="hu-HU" sz="2800" dirty="0"/>
              <a:t> </a:t>
            </a:r>
            <a:r>
              <a:rPr lang="hu-HU" sz="2800" dirty="0" err="1"/>
              <a:t>build</a:t>
            </a:r>
            <a:endParaRPr lang="hu-HU" sz="2800" dirty="0"/>
          </a:p>
          <a:p>
            <a:r>
              <a:rPr lang="hu-HU" sz="2800" dirty="0"/>
              <a:t>4. </a:t>
            </a:r>
            <a:r>
              <a:rPr lang="hu-HU" sz="2800" dirty="0" err="1"/>
              <a:t>Jenkins</a:t>
            </a:r>
            <a:r>
              <a:rPr lang="hu-HU" sz="2800" dirty="0"/>
              <a:t> </a:t>
            </a:r>
            <a:r>
              <a:rPr lang="hu-HU" sz="2800" dirty="0" err="1"/>
              <a:t>deployment</a:t>
            </a:r>
            <a:endParaRPr lang="hu-HU" sz="2800" dirty="0"/>
          </a:p>
          <a:p>
            <a:r>
              <a:rPr lang="hu-HU" sz="2800" dirty="0"/>
              <a:t>5. </a:t>
            </a:r>
            <a:r>
              <a:rPr lang="hu-HU" sz="2800" dirty="0" err="1"/>
              <a:t>Flowershop</a:t>
            </a:r>
            <a:r>
              <a:rPr lang="hu-HU" sz="2800" dirty="0"/>
              <a:t> </a:t>
            </a:r>
            <a:r>
              <a:rPr lang="hu-HU" sz="2800" dirty="0" err="1"/>
              <a:t>swarm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32843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12192000" cy="792162"/>
          </a:xfrm>
        </p:spPr>
        <p:txBody>
          <a:bodyPr/>
          <a:lstStyle/>
          <a:p>
            <a:r>
              <a:rPr lang="hu-HU" dirty="0" err="1"/>
              <a:t>Flowershop</a:t>
            </a:r>
            <a:r>
              <a:rPr lang="hu-HU" dirty="0"/>
              <a:t> alkalmazás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102" y="2066932"/>
            <a:ext cx="6587796" cy="366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95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Docker</a:t>
            </a:r>
            <a:r>
              <a:rPr lang="hu-HU" dirty="0"/>
              <a:t> SWARM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Docker</a:t>
            </a:r>
            <a:r>
              <a:rPr lang="hu-HU" dirty="0"/>
              <a:t> </a:t>
            </a:r>
            <a:r>
              <a:rPr lang="hu-HU" dirty="0" err="1"/>
              <a:t>engine</a:t>
            </a:r>
            <a:r>
              <a:rPr lang="hu-HU" dirty="0"/>
              <a:t> része lett a </a:t>
            </a:r>
            <a:r>
              <a:rPr lang="hu-HU" dirty="0" err="1"/>
              <a:t>swarm</a:t>
            </a:r>
            <a:endParaRPr lang="hu-HU" dirty="0"/>
          </a:p>
          <a:p>
            <a:r>
              <a:rPr lang="hu-HU" dirty="0"/>
              <a:t>Deklaratív szolgáltatások</a:t>
            </a:r>
          </a:p>
          <a:p>
            <a:r>
              <a:rPr lang="hu-HU" dirty="0"/>
              <a:t>Szolgáltatás skálázása</a:t>
            </a:r>
          </a:p>
          <a:p>
            <a:r>
              <a:rPr lang="hu-HU" dirty="0"/>
              <a:t>Folyamatos felügyelet és automatikus kiigazítás </a:t>
            </a:r>
          </a:p>
          <a:p>
            <a:r>
              <a:rPr lang="hu-HU" dirty="0"/>
              <a:t>Multi-</a:t>
            </a:r>
            <a:r>
              <a:rPr lang="hu-HU" dirty="0" err="1"/>
              <a:t>host</a:t>
            </a:r>
            <a:r>
              <a:rPr lang="hu-HU" dirty="0"/>
              <a:t> </a:t>
            </a:r>
            <a:r>
              <a:rPr lang="hu-HU" dirty="0" err="1"/>
              <a:t>network</a:t>
            </a:r>
            <a:endParaRPr lang="hu-HU" dirty="0"/>
          </a:p>
          <a:p>
            <a:r>
              <a:rPr lang="hu-HU" dirty="0"/>
              <a:t>Service </a:t>
            </a:r>
            <a:r>
              <a:rPr lang="hu-HU" dirty="0" err="1"/>
              <a:t>discovery</a:t>
            </a:r>
            <a:r>
              <a:rPr lang="hu-HU" dirty="0"/>
              <a:t> / </a:t>
            </a:r>
            <a:r>
              <a:rPr lang="hu-HU" dirty="0" err="1"/>
              <a:t>Load</a:t>
            </a:r>
            <a:r>
              <a:rPr lang="hu-HU" dirty="0"/>
              <a:t> </a:t>
            </a:r>
            <a:r>
              <a:rPr lang="hu-HU" dirty="0" err="1"/>
              <a:t>balancing</a:t>
            </a:r>
            <a:endParaRPr lang="hu-HU" dirty="0"/>
          </a:p>
          <a:p>
            <a:r>
              <a:rPr lang="hu-HU"/>
              <a:t>Rolling update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9477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12192000" cy="792162"/>
          </a:xfrm>
        </p:spPr>
        <p:txBody>
          <a:bodyPr/>
          <a:lstStyle/>
          <a:p>
            <a:r>
              <a:rPr lang="hu-HU" dirty="0" err="1"/>
              <a:t>Demo</a:t>
            </a:r>
            <a:endParaRPr lang="hu-HU" dirty="0"/>
          </a:p>
        </p:txBody>
      </p:sp>
      <p:pic>
        <p:nvPicPr>
          <p:cNvPr id="1026" name="Picture 2" descr="Image result for jenkins 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093" y="1376413"/>
            <a:ext cx="8600745" cy="4138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529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12192000" cy="792162"/>
          </a:xfrm>
        </p:spPr>
        <p:txBody>
          <a:bodyPr/>
          <a:lstStyle/>
          <a:p>
            <a:r>
              <a:rPr lang="hu-HU" dirty="0"/>
              <a:t>Összefoglaló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9150" y="1741152"/>
            <a:ext cx="9391426" cy="452596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Blip>
                <a:blip r:embed="rId2"/>
              </a:buBlip>
            </a:pPr>
            <a:r>
              <a:rPr lang="hu-HU" sz="2400" dirty="0">
                <a:latin typeface="Calibri"/>
                <a:ea typeface="+mn-ea"/>
                <a:cs typeface="+mn-cs"/>
              </a:rPr>
              <a:t>Használjunk valamilyen </a:t>
            </a:r>
            <a:r>
              <a:rPr lang="hu-HU" sz="2400" dirty="0" err="1">
                <a:latin typeface="Calibri"/>
                <a:ea typeface="+mn-ea"/>
                <a:cs typeface="+mn-cs"/>
              </a:rPr>
              <a:t>container</a:t>
            </a:r>
            <a:r>
              <a:rPr lang="hu-HU" sz="2400" dirty="0">
                <a:latin typeface="Calibri"/>
                <a:ea typeface="+mn-ea"/>
                <a:cs typeface="+mn-cs"/>
              </a:rPr>
              <a:t> technológiát, pl. </a:t>
            </a:r>
            <a:r>
              <a:rPr lang="hu-HU" sz="2400" dirty="0" err="1">
                <a:latin typeface="Calibri"/>
                <a:ea typeface="+mn-ea"/>
                <a:cs typeface="+mn-cs"/>
              </a:rPr>
              <a:t>Docker</a:t>
            </a:r>
            <a:endParaRPr lang="hu-HU" sz="2400" dirty="0">
              <a:latin typeface="Calibri"/>
              <a:ea typeface="+mn-ea"/>
              <a:cs typeface="+mn-cs"/>
            </a:endParaRPr>
          </a:p>
          <a:p>
            <a:pPr marL="285750" indent="-285750">
              <a:lnSpc>
                <a:spcPct val="150000"/>
              </a:lnSpc>
              <a:buBlip>
                <a:blip r:embed="rId2"/>
              </a:buBlip>
            </a:pPr>
            <a:r>
              <a:rPr lang="hu-HU" sz="2400" dirty="0">
                <a:latin typeface="Calibri"/>
                <a:ea typeface="+mn-ea"/>
                <a:cs typeface="+mn-cs"/>
              </a:rPr>
              <a:t>Fejlesztői környezet hasonlítson a lehető legjobban az éles környezetre</a:t>
            </a:r>
          </a:p>
          <a:p>
            <a:pPr marL="285750" indent="-285750">
              <a:lnSpc>
                <a:spcPct val="150000"/>
              </a:lnSpc>
            </a:pPr>
            <a:r>
              <a:rPr lang="hu-HU" sz="2400" dirty="0">
                <a:latin typeface="Calibri"/>
                <a:ea typeface="+mn-ea"/>
                <a:cs typeface="+mn-cs"/>
              </a:rPr>
              <a:t>Legyenek build folyamataink amivel naponta akár többször is </a:t>
            </a:r>
            <a:br>
              <a:rPr lang="hu-HU" sz="2400" dirty="0">
                <a:latin typeface="Calibri"/>
                <a:ea typeface="+mn-ea"/>
                <a:cs typeface="+mn-cs"/>
              </a:rPr>
            </a:br>
            <a:r>
              <a:rPr lang="hu-HU" sz="2400" dirty="0">
                <a:latin typeface="Calibri"/>
                <a:ea typeface="+mn-ea"/>
                <a:cs typeface="+mn-cs"/>
              </a:rPr>
              <a:t>lehetséges a deployment</a:t>
            </a:r>
          </a:p>
          <a:p>
            <a:pPr marL="285750" indent="-285750">
              <a:lnSpc>
                <a:spcPct val="150000"/>
              </a:lnSpc>
            </a:pPr>
            <a:r>
              <a:rPr lang="hu-HU" sz="2400" dirty="0">
                <a:latin typeface="Calibri"/>
                <a:ea typeface="+mn-ea"/>
                <a:cs typeface="+mn-cs"/>
              </a:rPr>
              <a:t>A folyamtok használata legyen annyira egyszerű, hogy a csapat bármely </a:t>
            </a:r>
            <a:br>
              <a:rPr lang="hu-HU" sz="2400" dirty="0">
                <a:latin typeface="Calibri"/>
                <a:ea typeface="+mn-ea"/>
                <a:cs typeface="+mn-cs"/>
              </a:rPr>
            </a:br>
            <a:r>
              <a:rPr lang="hu-HU" sz="2400" dirty="0">
                <a:latin typeface="Calibri"/>
                <a:ea typeface="+mn-ea"/>
                <a:cs typeface="+mn-cs"/>
              </a:rPr>
              <a:t>tagja képes legyen frissíteni egy tesztrendszert, </a:t>
            </a:r>
            <a:br>
              <a:rPr lang="hu-HU" sz="2400" dirty="0">
                <a:latin typeface="Calibri"/>
                <a:ea typeface="+mn-ea"/>
                <a:cs typeface="+mn-cs"/>
              </a:rPr>
            </a:br>
            <a:r>
              <a:rPr lang="hu-HU" sz="2400" dirty="0">
                <a:latin typeface="Calibri"/>
              </a:rPr>
              <a:t>Visual Studio Team Services, Jenkins, Travis CI</a:t>
            </a:r>
            <a:endParaRPr lang="en-US" sz="2400" dirty="0"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0125430"/>
              </p:ext>
            </p:extLst>
          </p:nvPr>
        </p:nvGraphicFramePr>
        <p:xfrm>
          <a:off x="8804460" y="1399710"/>
          <a:ext cx="3204882" cy="1405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63344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3127"/>
            <a:ext cx="12192000" cy="694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651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2899</TotalTime>
  <Words>89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1_Office Theme</vt:lpstr>
      <vt:lpstr>PowerPoint Presentation</vt:lpstr>
      <vt:lpstr>Tartalomjegyzék</vt:lpstr>
      <vt:lpstr>Flowershop alkalmazás</vt:lpstr>
      <vt:lpstr>Docker SWARM</vt:lpstr>
      <vt:lpstr>Demo</vt:lpstr>
      <vt:lpstr>Összefoglaló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JayStack marketing plan</dc:title>
  <dc:creator>Dénes Csiszár</dc:creator>
  <cp:lastModifiedBy>Orsolya Jusztin</cp:lastModifiedBy>
  <cp:revision>194</cp:revision>
  <dcterms:created xsi:type="dcterms:W3CDTF">2013-12-17T19:35:25Z</dcterms:created>
  <dcterms:modified xsi:type="dcterms:W3CDTF">2016-10-20T14:49:21Z</dcterms:modified>
</cp:coreProperties>
</file>